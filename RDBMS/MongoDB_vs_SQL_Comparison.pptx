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3366"/>
                </a:solidFill>
                <a:latin typeface="Calibri"/>
              </a:defRPr>
            </a:pPr>
            <a:r>
              <a:t>MongoDB vs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6699"/>
                </a:solidFill>
                <a:latin typeface="Calibri"/>
              </a:defRPr>
            </a:pPr>
            <a:r>
              <a:t>A Comprehensive Comparison of NoSQL and Relational Database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2743200" cy="45720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33333"/>
                </a:solidFill>
                <a:latin typeface="Calibri"/>
              </a:defRPr>
            </a:pPr>
            <a:r>
              <a:t>Database Architecture &amp;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Calibri"/>
              </a:defRPr>
            </a:pPr>
            <a:r>
              <a:t>MongoDB vs SQL — Comparison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Mustapha Alayande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6699"/>
                </a:solidFill>
                <a:latin typeface="Calibri"/>
              </a:defRPr>
            </a:pPr>
            <a:r>
              <a:t>GoMyCode Software Engineering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Model &amp;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C8C8"/>
                </a:solidFill>
                <a:latin typeface="Calibri"/>
              </a:defRPr>
            </a:pPr>
            <a:r>
              <a:t>How data is organized and stored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E6F5F0"/>
          </a:solidFill>
          <a:ln w="25400"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966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Document-oriented (BSON/JSON)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Flexible, schema-less design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Collections instead of tables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Documents = JSON-like objects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Embedded documents &amp; arrays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Dynamic field addition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No rigid table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0F3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SQL (Relational)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Table-based structure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Fixed schema with constraints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Rows and columns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Predefined data types per column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Relationships via foreign keys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ACID compliance built-in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Normalization reduces redundancy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3474720"/>
            <a:ext cx="1097280" cy="109728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3657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Calibri"/>
              </a:defRPr>
            </a:pPr>
            <a:r>
              <a:t>MongoDB vs SQL — Comparison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Scalability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C8C8"/>
                </a:solidFill>
                <a:latin typeface="Calibri"/>
              </a:defRPr>
            </a:pPr>
            <a:r>
              <a:t>How each system handles growth and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E6F5F0"/>
          </a:solidFill>
          <a:ln w="25400"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966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Horizontal scaling (sharding)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Distributed across many servers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Built for Big Data &amp; high volume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Auto-sharding for load balancing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Eventually consistent (configurable)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Faster writes for unstructured data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Ideal for rapid growth &amp; scale-out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0F3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SQL (Relational)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Vertical scaling (bigger servers)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Centralized on single/dual servers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Optimized for structured queries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Read replicas for read scaling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Strong consistency (ACID)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Complex joins can be slower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Ideal for predictable workloads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3474720"/>
            <a:ext cx="1097280" cy="109728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3657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Calibri"/>
              </a:defRPr>
            </a:pPr>
            <a:r>
              <a:t>MongoDB vs SQL — Comparison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Query Language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C8C8"/>
                </a:solidFill>
                <a:latin typeface="Calibri"/>
              </a:defRPr>
            </a:pPr>
            <a:r>
              <a:t>When to choose which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E6F5F0"/>
          </a:solidFill>
          <a:ln w="25400"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966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Query: JavaScript-like BSON queries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JOINs — embedded data instead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Aggregation pipeline for analytics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Content management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Real-time analytics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IoT &amp; sensor data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Mobile &amp; social apps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Rapid prototyping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0F3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SQL (Relational)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Query: Standardized SQL language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Powerful JOINs across tables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Window functions &amp; CTEs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Financial transactions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Banking &amp; accounting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ERP &amp; CRM systems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Complex reporting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Best for: Multi-row transactions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3474720"/>
            <a:ext cx="1097280" cy="109728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3657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Calibri"/>
              </a:defRPr>
            </a:pPr>
            <a:r>
              <a:t>MongoDB vs SQL — Comparison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 &amp; When to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C8C8"/>
                </a:solidFill>
                <a:latin typeface="Calibri"/>
              </a:defRPr>
            </a:pPr>
            <a:r>
              <a:t>Key takeaways for decision-making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Choose MongoDB When: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Data structure is flexible or evolving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You need horizontal scalability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High write throughput is critical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Working with unstructured/semi-structured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Choose SQL When: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Data integrity &amp; ACID compliance matter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Complex queries with many JOINs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Relationships are well-defined &amp; stable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Transactions span multiple tables/rows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794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794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519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9966"/>
                </a:solidFill>
                <a:latin typeface="Calibri"/>
              </a:defRPr>
            </a:pPr>
            <a:r>
              <a:t>Flexible / Schema-less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2519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3366"/>
                </a:solidFill>
                <a:latin typeface="Calibri"/>
              </a:defRPr>
            </a:pPr>
            <a:r>
              <a:t>Fixed / Rigid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6634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9966"/>
                </a:solidFill>
                <a:latin typeface="Calibri"/>
              </a:defRPr>
            </a:pPr>
            <a:r>
              <a:t>Horizontal (sharding)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6634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3366"/>
                </a:solidFill>
                <a:latin typeface="Calibri"/>
              </a:defRPr>
            </a:pPr>
            <a:r>
              <a:t>Vertical (bigger hardware)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0749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9966"/>
                </a:solidFill>
                <a:latin typeface="Calibri"/>
              </a:defRPr>
            </a:pPr>
            <a:r>
              <a:t>Eventual (configurable)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0749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3366"/>
                </a:solidFill>
                <a:latin typeface="Calibri"/>
              </a:defRPr>
            </a:pPr>
            <a:r>
              <a:t>Strong (ACID)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486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9966"/>
                </a:solidFill>
                <a:latin typeface="Calibri"/>
              </a:defRPr>
            </a:pPr>
            <a:r>
              <a:t>Big Data, Agile, Unstructured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486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3366"/>
                </a:solidFill>
                <a:latin typeface="Calibri"/>
              </a:defRPr>
            </a:pPr>
            <a:r>
              <a:t>Finance, ERP, Complex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Calibri"/>
              </a:defRPr>
            </a:pPr>
            <a:r>
              <a:t>Many modern architectures use both: SQL for transactional data, MongoDB for flexible content.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Calibri"/>
              </a:defRPr>
            </a:pPr>
            <a:r>
              <a:t>MongoDB vs SQL — Comparison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